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Omnichannel Retail Sales and Inventory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businesses struggle with tracking sales across online and offline channels.</a:t>
            </a:r>
          </a:p>
          <a:p>
            <a:r>
              <a:t>Scattered data makes it difficult to analyze performance and trends.</a:t>
            </a:r>
          </a:p>
          <a:p>
            <a:r>
              <a:t>This project builds a centralized dashboard for better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– Dashboard creation</a:t>
            </a:r>
          </a:p>
          <a:p>
            <a:r>
              <a:rPr dirty="0"/>
              <a:t>SQL – Data analysis</a:t>
            </a:r>
          </a:p>
          <a:p>
            <a:r>
              <a:rPr lang="en-US" dirty="0"/>
              <a:t>Python</a:t>
            </a:r>
            <a:r>
              <a:rPr dirty="0"/>
              <a:t> – Data cleaning</a:t>
            </a:r>
            <a:endParaRPr lang="en-US" dirty="0"/>
          </a:p>
          <a:p>
            <a:r>
              <a:rPr lang="en-US" dirty="0"/>
              <a:t>Excel – Preprocessing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Includes </a:t>
            </a:r>
            <a:endParaRPr lang="en-US" dirty="0"/>
          </a:p>
          <a:p>
            <a:r>
              <a:rPr dirty="0"/>
              <a:t>Order ID</a:t>
            </a:r>
            <a:endParaRPr lang="en-US" dirty="0"/>
          </a:p>
          <a:p>
            <a:r>
              <a:rPr dirty="0"/>
              <a:t>Date</a:t>
            </a:r>
            <a:endParaRPr lang="en-US" dirty="0"/>
          </a:p>
          <a:p>
            <a:r>
              <a:rPr dirty="0"/>
              <a:t>Product</a:t>
            </a:r>
            <a:endParaRPr lang="en-US" dirty="0"/>
          </a:p>
          <a:p>
            <a:r>
              <a:rPr dirty="0"/>
              <a:t>Category</a:t>
            </a:r>
            <a:endParaRPr lang="en-US" dirty="0"/>
          </a:p>
          <a:p>
            <a:r>
              <a:rPr dirty="0"/>
              <a:t>City</a:t>
            </a:r>
            <a:endParaRPr lang="en-US" dirty="0"/>
          </a:p>
          <a:p>
            <a:r>
              <a:rPr dirty="0"/>
              <a:t>Quantity</a:t>
            </a:r>
            <a:endParaRPr lang="en-US" dirty="0"/>
          </a:p>
          <a:p>
            <a:r>
              <a:rPr dirty="0"/>
              <a:t>Price</a:t>
            </a:r>
            <a:endParaRPr lang="en-US" dirty="0"/>
          </a:p>
          <a:p>
            <a:r>
              <a:rPr dirty="0"/>
              <a:t>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nulls &amp; duplicates</a:t>
            </a:r>
          </a:p>
          <a:p>
            <a:r>
              <a:t>Formatted dates</a:t>
            </a:r>
          </a:p>
          <a:p>
            <a:r>
              <a:t>Created Year/Month/Day</a:t>
            </a:r>
          </a:p>
          <a:p>
            <a:r>
              <a:t>Checked data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Orders Count</a:t>
            </a:r>
          </a:p>
          <a:p>
            <a:r>
              <a:t>Total Revenue</a:t>
            </a:r>
          </a:p>
          <a:p>
            <a:r>
              <a:t>Top Selling Products</a:t>
            </a:r>
          </a:p>
          <a:p>
            <a:r>
              <a:t>Revenue by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26DE9-FC1B-E2E0-9665-532511F3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41" y="1123628"/>
            <a:ext cx="8183117" cy="4610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peak in December</a:t>
            </a:r>
          </a:p>
          <a:p>
            <a:r>
              <a:t>Clothing leads revenue</a:t>
            </a:r>
          </a:p>
          <a:p>
            <a:r>
              <a:t>Ahmedabad top city</a:t>
            </a:r>
          </a:p>
          <a:p>
            <a:r>
              <a:t>Evening &amp; weekend sales 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festive stock</a:t>
            </a:r>
          </a:p>
          <a:p>
            <a:r>
              <a:t>Focus on top categories</a:t>
            </a:r>
          </a:p>
          <a:p>
            <a:r>
              <a:t>Run ads in peak hours</a:t>
            </a:r>
          </a:p>
          <a:p>
            <a:r>
              <a:t>Expand in top cities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enables data-driven decisions</a:t>
            </a:r>
          </a:p>
          <a:p>
            <a:r>
              <a:t>Improves visibility of trends and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152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Omnichannel Retail Sales and Inventory Analytics Dashboard</vt:lpstr>
      <vt:lpstr>Problem Statement</vt:lpstr>
      <vt:lpstr>Tools Used</vt:lpstr>
      <vt:lpstr>Dataset Description</vt:lpstr>
      <vt:lpstr>Data Cleaning</vt:lpstr>
      <vt:lpstr>SQL Analysis</vt:lpstr>
      <vt:lpstr>Dashboard Overview</vt:lpstr>
      <vt:lpstr>Business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Ghatage</cp:lastModifiedBy>
  <cp:revision>4</cp:revision>
  <dcterms:created xsi:type="dcterms:W3CDTF">2013-01-27T09:14:16Z</dcterms:created>
  <dcterms:modified xsi:type="dcterms:W3CDTF">2026-04-13T13:18:03Z</dcterms:modified>
  <cp:category/>
</cp:coreProperties>
</file>